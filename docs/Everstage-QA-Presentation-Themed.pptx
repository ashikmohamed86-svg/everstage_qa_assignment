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733"/>
          </a:solidFill>
          <a:ln/>
        </p:spPr>
      </p:sp>
      <p:sp>
        <p:nvSpPr>
          <p:cNvPr id="3" name="Shape 1"/>
          <p:cNvSpPr/>
          <p:nvPr/>
        </p:nvSpPr>
        <p:spPr>
          <a:xfrm>
            <a:off x="7162495" y="0"/>
            <a:ext cx="5029200" cy="6858000"/>
          </a:xfrm>
          <a:prstGeom prst="rect">
            <a:avLst/>
          </a:prstGeom>
          <a:solidFill>
            <a:srgbClr val="111E4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A2853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68580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6" name="Shape 4"/>
          <p:cNvSpPr/>
          <p:nvPr/>
        </p:nvSpPr>
        <p:spPr>
          <a:xfrm>
            <a:off x="7985455" y="484632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96935" y="484632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08415" y="484632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19895" y="484632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85455" y="521208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96935" y="521208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08415" y="521208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19895" y="521208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85455" y="557784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96935" y="557784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808415" y="557784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219895" y="557784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85455" y="594360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396935" y="594360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08415" y="594360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219895" y="594360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85455" y="630936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96935" y="630936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808415" y="630936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19895" y="6309360"/>
            <a:ext cx="54864" cy="54864"/>
          </a:xfrm>
          <a:prstGeom prst="ellipse">
            <a:avLst/>
          </a:prstGeom>
          <a:solidFill>
            <a:srgbClr val="5EE7FF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914400"/>
            <a:ext cx="329184" cy="329184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3444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 ENGINEERING  ASSESSMENT  ·  SUBMISSION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2697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QA Automation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 suite  ·  Playwright + TypeScript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296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/ 223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22960" y="5166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5468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3154680" y="5166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4617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20s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5486400" y="5166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" y="5715000"/>
            <a:ext cx="4572000" cy="4572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 Ashik Mohamed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22960" y="6199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May 2026  ·  Assessment submission deck  ·  ~25 minutes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06040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752344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19272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465576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3192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32504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4178808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40325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745736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745736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" y="4892040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80160" y="474573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beforeEach login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458968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5458968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2" name="Shape 30"/>
          <p:cNvSpPr/>
          <p:nvPr/>
        </p:nvSpPr>
        <p:spPr>
          <a:xfrm>
            <a:off x="749808" y="5605272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80160" y="545896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UI add card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0" y="2606040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2606040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601968" y="2752344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8" name="Text 36"/>
          <p:cNvSpPr/>
          <p:nvPr/>
        </p:nvSpPr>
        <p:spPr>
          <a:xfrm>
            <a:off x="6601968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26060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API unique card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0" y="3319272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3319272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601968" y="3465576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43" name="Text 41"/>
          <p:cNvSpPr/>
          <p:nvPr/>
        </p:nvSpPr>
        <p:spPr>
          <a:xfrm>
            <a:off x="6601968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0" y="331927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run + HTML report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0" y="4032504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0" y="4032504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601968" y="4178808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48" name="Text 46"/>
          <p:cNvSpPr/>
          <p:nvPr/>
        </p:nvSpPr>
        <p:spPr>
          <a:xfrm>
            <a:off x="6601968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0" y="40325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strategy · beyond brief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00800" y="4745736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0800" y="4745736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601968" y="4892040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3" name="Text 51"/>
          <p:cNvSpPr/>
          <p:nvPr/>
        </p:nvSpPr>
        <p:spPr>
          <a:xfrm>
            <a:off x="6601968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32320" y="474573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CI · Reporting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00800" y="5458968"/>
            <a:ext cx="548640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00800" y="5458968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57" name="Shape 55"/>
          <p:cNvSpPr/>
          <p:nvPr/>
        </p:nvSpPr>
        <p:spPr>
          <a:xfrm>
            <a:off x="6601968" y="5605272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8" name="Text 56"/>
          <p:cNvSpPr/>
          <p:nvPr/>
        </p:nvSpPr>
        <p:spPr>
          <a:xfrm>
            <a:off x="6601968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32320" y="545896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 — feedback time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Agenda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required tasks against OWASP Juice Shop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94415" cy="10515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54864" cy="105156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62072"/>
            <a:ext cx="822960" cy="82296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8620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82880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script in `beforeEach`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3337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create a user, save credentials to new-user.json, run a login script before every test.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94415" cy="10515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023360"/>
            <a:ext cx="54864" cy="105156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142232"/>
            <a:ext cx="822960" cy="82296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1422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82880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 — add card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from the home screen to My Payments and add card details.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4415" cy="10515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5303520"/>
            <a:ext cx="54864" cy="105156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422392"/>
            <a:ext cx="822960" cy="82296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4223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82880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 — unique card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28800" y="5897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unique card via the REST API.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The brief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scope + extras  ·  every test green on a fresh Juice Shop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440680" cy="26060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54864" cy="2606040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 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246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77724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@everstage-qa  ·  what the brief asked for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8280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  beforeEach login        </a:t>
            </a:r>
            <a:pPr indent="0" marL="0">
              <a:buNone/>
            </a:pPr>
            <a:r>
              <a:rPr lang="en-US" sz="105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   UI add card             </a:t>
            </a:r>
            <a:pPr indent="0" marL="0">
              <a:buNone/>
            </a:pPr>
            <a:r>
              <a:rPr lang="en-US" sz="105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   API unique card         </a:t>
            </a:r>
            <a:pPr indent="0" marL="0">
              <a:buNone/>
            </a:pPr>
            <a:r>
              <a:rPr lang="en-US" sz="105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743200"/>
            <a:ext cx="5440680" cy="26060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743200"/>
            <a:ext cx="54864" cy="260604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 ·  BEYOND  THE  BRIEF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+139</a:t>
            </a:r>
            <a:endParaRPr lang="en-US" sz="90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layered on top of the brief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846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Order-flow funnel · Senior-signal probes · Documented vulns · Boundary + load · Rich report · 4 CI pipelines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1A2853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650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8247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783080" y="5916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223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08960" y="5925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green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5779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run  ·  2 min 12 s  ·  zero failures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6035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 serial · &lt; 60 s smoke gate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Headline result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one picture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shared helpers, one test runner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0" y="2788920"/>
            <a:ext cx="3017520" cy="731520"/>
          </a:xfrm>
          <a:prstGeom prst="rect">
            <a:avLst/>
          </a:prstGeom>
          <a:solidFill>
            <a:srgbClr val="1A2853"/>
          </a:solidFill>
          <a:ln w="25400">
            <a:solidFill>
              <a:srgbClr val="4F6B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 tests · 24 modules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4023360"/>
            <a:ext cx="4754880" cy="960120"/>
          </a:xfrm>
          <a:prstGeom prst="rect">
            <a:avLst/>
          </a:prstGeom>
          <a:solidFill>
            <a:srgbClr val="111E40"/>
          </a:solidFill>
          <a:ln w="25400">
            <a:solidFill>
              <a:srgbClr val="5EE7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· 89 tests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drives a real browser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4754880" cy="960120"/>
          </a:xfrm>
          <a:prstGeom prst="rect">
            <a:avLst/>
          </a:prstGeom>
          <a:solidFill>
            <a:srgbClr val="111E40"/>
          </a:solidFill>
          <a:ln w="25400">
            <a:solidFill>
              <a:srgbClr val="4F6BF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· 125 tests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direct HTTP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520440"/>
            <a:ext cx="-2606040" cy="502920"/>
          </a:xfrm>
          <a:prstGeom prst="line">
            <a:avLst/>
          </a:prstGeom>
          <a:noFill/>
          <a:ln w="19050">
            <a:solidFill>
              <a:srgbClr val="1F2D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520440"/>
            <a:ext cx="2606040" cy="502920"/>
          </a:xfrm>
          <a:prstGeom prst="line">
            <a:avLst/>
          </a:prstGeom>
          <a:noFill/>
          <a:ln w="19050">
            <a:solidFill>
              <a:srgbClr val="1F2D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349240"/>
            <a:ext cx="1965960" cy="8229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394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68680" y="5806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5349240"/>
            <a:ext cx="1965960" cy="8229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63240" y="5394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063240" y="5806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0" y="5349240"/>
            <a:ext cx="1965960" cy="8229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57800" y="5394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257800" y="5806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52360" y="5349240"/>
            <a:ext cx="1965960" cy="8229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5394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452360" y="5806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46920" y="5349240"/>
            <a:ext cx="1965960" cy="82296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646920" y="53949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646920" y="5806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Architecture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script in beforeEach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tests/helpers/login.ts  ·  16 specs reuse it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7772400" cy="329184"/>
          </a:xfrm>
          <a:prstGeom prst="roundRect">
            <a:avLst>
              <a:gd name="adj" fmla="val 13889"/>
            </a:avLst>
          </a:prstGeom>
          <a:solidFill>
            <a:srgbClr val="1A2853"/>
          </a:solidFill>
          <a:ln w="12700">
            <a:solidFill>
              <a:srgbClr val="4F6B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420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▶  RUN 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demo:task1</a:t>
            </a:r>
            <a:pPr indent="0" marL="0">
              <a:buNone/>
            </a:pPr>
            <a:r>
              <a:rPr lang="en-US" sz="1100" i="1" dirty="0">
                <a:solidFill>
                  <a:srgbClr val="5EE7FF"/>
                </a:solidFill>
              </a:rPr>
              <a:t>   → 15 specs green  ·  ~25 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7772400" cy="3429000"/>
          </a:xfrm>
          <a:prstGeom prst="rect">
            <a:avLst/>
          </a:prstGeom>
          <a:solidFill>
            <a:srgbClr val="061029"/>
          </a:solidFill>
          <a:ln w="12700">
            <a:solidFill>
              <a:srgbClr val="1A285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54864" cy="34290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54680"/>
            <a:ext cx="7406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tests/helpers/login.ts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loginBeforeEach(page, context)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suppressBanners(context);            // 1. kill 3 popups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login = new LoginPage(page);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login.goto();                        // 2. navigate to /#/login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login.attemptLogin(user.email, user.password);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expect(page).not.toHaveURL(/login/); // 3. assert success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expect(page.locator('#navbarAccount')).toBeVisible();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tests/ui/task1-login.spec.ts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test.beforeEach(async ({ page, context })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loginBeforeEach(page, context);  // ← the brief's literal 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0" y="3520440"/>
            <a:ext cx="146304" cy="14630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18" name="Text 16"/>
          <p:cNvSpPr/>
          <p:nvPr/>
        </p:nvSpPr>
        <p:spPr>
          <a:xfrm>
            <a:off x="8942832" y="3429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env vars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42832" y="3721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said new-user.json verbatim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0" y="4233672"/>
            <a:ext cx="146304" cy="14630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41422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cookies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42832" y="4434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click-to-dismiss banner races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0" y="4946904"/>
            <a:ext cx="146304" cy="14630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4" name="Text 22"/>
          <p:cNvSpPr/>
          <p:nvPr/>
        </p:nvSpPr>
        <p:spPr>
          <a:xfrm>
            <a:off x="8942832" y="48554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+ beforeEach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42832" y="51480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across 16 specs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0" y="5660136"/>
            <a:ext cx="146304" cy="14630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8942832" y="55686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assertions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42832" y="58613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+ navbar icon = real session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Task 1: beforeEach login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add card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tests/ui/task2-add-card.spec.ts  ·  23 tests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7772400" cy="329184"/>
          </a:xfrm>
          <a:prstGeom prst="roundRect">
            <a:avLst>
              <a:gd name="adj" fmla="val 13889"/>
            </a:avLst>
          </a:prstGeom>
          <a:solidFill>
            <a:srgbClr val="1A2853"/>
          </a:solidFill>
          <a:ln w="12700">
            <a:solidFill>
              <a:srgbClr val="5EE7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420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▶  RUN 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demo:task2</a:t>
            </a:r>
            <a:pPr indent="0" marL="0">
              <a:buNone/>
            </a:pPr>
            <a:r>
              <a:rPr lang="en-US" sz="1100" i="1" dirty="0">
                <a:solidFill>
                  <a:srgbClr val="5EE7FF"/>
                </a:solidFill>
              </a:rPr>
              <a:t>   → 23 specs green  ·  ~40 s  ·  headed mode shows the form fill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7772400" cy="3429000"/>
          </a:xfrm>
          <a:prstGeom prst="rect">
            <a:avLst/>
          </a:prstGeom>
          <a:solidFill>
            <a:srgbClr val="061029"/>
          </a:solidFill>
          <a:ln w="12700">
            <a:solidFill>
              <a:srgbClr val="1A285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54864" cy="3429000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54680"/>
            <a:ext cx="7406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test('[TC-UI-001] User can add card details from My Payments',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tag: ['@task2', '@everstage-qa', '@positive', '@smoke']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async ({ page })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paymentPage = new PaymentPage(page);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paymentPage.openMyPayments();           // navigate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paymentPage.addCard({                   // fill + submit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'Everstage QA',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number: uniqueCardNumber(),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month: '5', year: '2080',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expect(paymentPage.confirmation).toBeVisible();   // ✓ snackbar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expect(page.locator('mat-cell',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hasText: card.number.slice(-4) })).toBeVisible();   // ✓ row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+ 22 more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33832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23960" y="360273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form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7856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 fill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396849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non-digit chars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224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23960" y="44439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 in name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23960" y="462686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 in name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480974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 masking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0" y="50657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23960" y="528523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expiry 2080 / 2099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546811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200-char name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0" y="57241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23960" y="594360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cards rapid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23960" y="61264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round-trip &lt; 15s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 ·  Task 2: UI add card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unique card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tests/api/task3-add-card.spec.ts  ·  46 tests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7772400" cy="329184"/>
          </a:xfrm>
          <a:prstGeom prst="roundRect">
            <a:avLst>
              <a:gd name="adj" fmla="val 13889"/>
            </a:avLst>
          </a:prstGeom>
          <a:solidFill>
            <a:srgbClr val="1A2853"/>
          </a:solidFill>
          <a:ln w="12700">
            <a:solidFill>
              <a:srgbClr val="4F6B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420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▶  RUN  </a:t>
            </a:r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npm run demo:task3</a:t>
            </a:r>
            <a:pPr indent="0" marL="0">
              <a:buNone/>
            </a:pPr>
            <a:r>
              <a:rPr lang="en-US" sz="1100" i="1" dirty="0">
                <a:solidFill>
                  <a:srgbClr val="5EE7FF"/>
                </a:solidFill>
              </a:rPr>
              <a:t>   → 46 specs green  ·  ~50 s  ·  no browser, pure HTTP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7772400" cy="3429000"/>
          </a:xfrm>
          <a:prstGeom prst="rect">
            <a:avLst/>
          </a:prstGeom>
          <a:solidFill>
            <a:srgbClr val="061029"/>
          </a:solidFill>
          <a:ln w="12700">
            <a:solidFill>
              <a:srgbClr val="1A285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54864" cy="34290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54680"/>
            <a:ext cx="74066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tests/helpers/card.ts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uniqueCardNumber(): string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seed = Math.floor(Math.random() * 1e12)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.toString().padStart(12, '0');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`4111${seed}`;             // 10¹² possible values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tests/api/task3-add-card.spec.ts — headline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response = await request.post('/api/Cards/',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headers: authHeaders(),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validCard(),                 // includes uniqueCardNumber()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expect(response.status()).toBe(201);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expect(body.data.cardNum)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.toContain(payload.cardNum.slice(-4));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+ 45 more tests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0" y="33832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23960" y="360273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 POST / DELETE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0" y="3858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23960" y="407822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expMonth 0 / 1 / 12 / 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26110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expYear 2079..2100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0" y="45171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23960" y="47365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tampering / no token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823960" y="491947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IDOR cross-tenant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0" y="5175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23960" y="53949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mass-assignment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823960" y="55778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 / XSS in fullName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0" y="58338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23960" y="60533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10x concurrent  ·  P95 &lt; 1500 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 ·  Task 3: API unique card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RUN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·  one command, all three tasks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scripts → Playwright with trace → rich HTML report opens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6583680" cy="3657600"/>
          </a:xfrm>
          <a:prstGeom prst="rect">
            <a:avLst/>
          </a:prstGeom>
          <a:solidFill>
            <a:srgbClr val="061029"/>
          </a:solidFill>
          <a:ln w="12700">
            <a:solidFill>
              <a:srgbClr val="1A285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54864" cy="3657600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926080"/>
            <a:ext cx="128016" cy="128016"/>
          </a:xfrm>
          <a:prstGeom prst="ellipse">
            <a:avLst/>
          </a:prstGeom>
          <a:solidFill>
            <a:srgbClr val="FF6B57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" y="292608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9576" y="292608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8620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~/EverStage   —   bash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2461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all 84 @everstage-qa specs + traces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demo:task1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Task 1  ·  beforeEach login (15)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99592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demo:task2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Task 2  ·  UI add card (23)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2885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demo:task3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Task 3  ·  API unique card (46)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74573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demo:smoke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~9 s sanity gate (9 specs)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03834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demo:full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all 223 + traces + report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549554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reports/test-report.html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 automatically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 SCREEN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watch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06640" y="3429000"/>
            <a:ext cx="4206240" cy="841248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06640" y="3429000"/>
            <a:ext cx="54864" cy="841248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3675888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92440" y="35204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92440" y="38221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 name with green ✓ as it passes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4407408"/>
            <a:ext cx="4206240" cy="841248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06640" y="4407408"/>
            <a:ext cx="54864" cy="841248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589520" y="4654296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92440" y="44988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recording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92440" y="4800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DOM · console captured per test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5385816"/>
            <a:ext cx="4206240" cy="841248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06640" y="5385816"/>
            <a:ext cx="54864" cy="841248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40" name="Shape 38"/>
          <p:cNvSpPr/>
          <p:nvPr/>
        </p:nvSpPr>
        <p:spPr>
          <a:xfrm>
            <a:off x="7589520" y="5632704"/>
            <a:ext cx="365760" cy="365760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0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92440" y="5477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HTML report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92440" y="57790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Auto-opens · search · per-test drawer · API panel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 ·  Live demo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·  THE BRIEF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strategy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asks for clean, stable code  →  this is the rulebook I followed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286000"/>
                <a:gridCol w="512064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E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7D2F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page.locator('#submitButton')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upgrades 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E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 role +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7D2F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getByRole('button', { name: 'Login' })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 changes only 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EE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 label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7D2F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getByLabel('Card Number', { exact: true })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text only 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+ text/regex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7D2F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locator('simple-snack-bar', { hasText: /saved/i })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 changes  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7D2F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.mat-mdc-form-field-2 &gt; div:nth-child(3)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release 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1A2853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5897880"/>
            <a:ext cx="54864" cy="457200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 TO  THE  BRIEF   →   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“stable locators” = Tier 1-3 only · 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“clean code” = one POM per page · </a:t>
            </a:r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“ready to troubleshoot” = </a:t>
            </a:r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auto-generated CSS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·  Locator strategy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brief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added on top of the three tasks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6424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52928"/>
            <a:ext cx="420624" cy="42062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52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743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fixtures · Logged API wrapper · Stockable-product helper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1106424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20440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630168"/>
            <a:ext cx="420624" cy="42062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3520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0" y="3520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Senior-signal probes · Missing checkout flow · Documented vulns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297680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407408"/>
            <a:ext cx="420624" cy="42062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0" y="4297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rich HTML report · Trend dashboard · CSV history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5074920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5184648"/>
            <a:ext cx="420624" cy="42062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71600" y="5074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0" y="5074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 pipelines (GH Actions / GitLab / Jenkins / Azure)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5852160"/>
            <a:ext cx="54864" cy="64008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5961888"/>
            <a:ext cx="420624" cy="42062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961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71600" y="5852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57600" y="5852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docs: Test Plan · Code Tour · Code Explanation · this deck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 ·  Beyond the brief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DIFFERENTIATOR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Senior-signal tests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written as if I were testing Everstage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Everstage parallel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[TC-API-150]  Idempotency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commission entries for same closed-won deal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[TC-API-151]  Concurrent race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 race on rapid double-clicks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[TC-API-152]  Schema contract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Audit-trail integrity for SOC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[TC-API-156]  Cross-layer consistency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Write-went-nowhere cache failure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[TC-API-122/125]  IDOR / mass-assignment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isolation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[TC-API-1621]  BOLA on checkout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payout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maps to a real concern at a sales-comp / payout platform.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 ·  Senior-signal tests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Playwright fixtures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tests/fixtures.ts  ·  3 fixtures, lazy + composable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7772400" cy="3657600"/>
          </a:xfrm>
          <a:prstGeom prst="rect">
            <a:avLst/>
          </a:prstGeom>
          <a:solidFill>
            <a:srgbClr val="061029"/>
          </a:solidFill>
          <a:ln w="12700">
            <a:solidFill>
              <a:srgbClr val="1A2853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43200"/>
            <a:ext cx="54864" cy="3657600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26080"/>
            <a:ext cx="7406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test = base.extend({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apiSession: async ({ request }, use)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use(await loginSession(request, user.email, user.password));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authenticatedPage: async ({ page, context }, use)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loginBeforeEach(page, context);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use(page);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seededCheckout: async ({ request, apiSession }, use) =&gt;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[a, c, p, d] = await Promise.all([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seedAddress(...), seedCard(...),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findStockableProductId(...), defaultDeliveryMethodId(...)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use({ ...apiSession, a, c, p, d });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fixtures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0" y="3291840"/>
            <a:ext cx="146304" cy="14630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8942832" y="3200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42832" y="34930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pay for setup they declare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0" y="4005072"/>
            <a:ext cx="146304" cy="14630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19" name="Text 17"/>
          <p:cNvSpPr/>
          <p:nvPr/>
        </p:nvSpPr>
        <p:spPr>
          <a:xfrm>
            <a:off x="8942832" y="39136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42832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seededCheckout reuses apiSession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0" y="4718304"/>
            <a:ext cx="146304" cy="146304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22" name="Text 20"/>
          <p:cNvSpPr/>
          <p:nvPr/>
        </p:nvSpPr>
        <p:spPr>
          <a:xfrm>
            <a:off x="8942832" y="4626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Parallel-safe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42832" y="49194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on 4 seed steps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 ·  Fixtures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DIFFERENTIATOR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flow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Pre-existing suite tested each step alone — never end-to-end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86104" y="2743200"/>
            <a:ext cx="292608" cy="292608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86104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0888" y="3108960"/>
            <a:ext cx="1463040" cy="685800"/>
          </a:xfrm>
          <a:prstGeom prst="homePlat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5168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0584" y="2743200"/>
            <a:ext cx="292608" cy="292608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16" name="Text 14"/>
          <p:cNvSpPr/>
          <p:nvPr/>
        </p:nvSpPr>
        <p:spPr>
          <a:xfrm>
            <a:off x="2840584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55368" y="3108960"/>
            <a:ext cx="1463040" cy="685800"/>
          </a:xfrm>
          <a:prstGeom prst="homePlat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09648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95064" y="2743200"/>
            <a:ext cx="292608" cy="292608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395064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09848" y="3108960"/>
            <a:ext cx="1463040" cy="685800"/>
          </a:xfrm>
          <a:prstGeom prst="homePlat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64128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9544" y="2743200"/>
            <a:ext cx="292608" cy="292608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9544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64328" y="3108960"/>
            <a:ext cx="1463040" cy="685800"/>
          </a:xfrm>
          <a:prstGeom prst="homePlat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18608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04024" y="2743200"/>
            <a:ext cx="292608" cy="292608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28" name="Text 26"/>
          <p:cNvSpPr/>
          <p:nvPr/>
        </p:nvSpPr>
        <p:spPr>
          <a:xfrm>
            <a:off x="7504024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18808" y="3108960"/>
            <a:ext cx="1463040" cy="685800"/>
          </a:xfrm>
          <a:prstGeom prst="homePlat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73088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58504" y="2743200"/>
            <a:ext cx="292608" cy="292608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32" name="Text 30"/>
          <p:cNvSpPr/>
          <p:nvPr/>
        </p:nvSpPr>
        <p:spPr>
          <a:xfrm>
            <a:off x="9058504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473288" y="3108960"/>
            <a:ext cx="1463040" cy="685800"/>
          </a:xfrm>
          <a:prstGeom prst="homePlat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27568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612984" y="2743200"/>
            <a:ext cx="292608" cy="292608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612984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027768" y="3108960"/>
            <a:ext cx="1463040" cy="685800"/>
          </a:xfrm>
          <a:prstGeom prst="homePlat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982048" y="31089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found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457200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617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[TC-API-1611]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697480" y="4617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Empty-basket checkout still mints an order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784080" y="469087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9784080" y="46908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48640" y="521208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[TC-API-1621]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697480" y="5257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BOLA — any user can checkout any basket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9784080" y="53309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9784080" y="53309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8640" y="585216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5897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[TC-UI-720]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697480" y="5897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/address/select reachable without auth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784080" y="597103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9784080" y="59710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 ·  The missing flow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matrix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suite, three audiences, one command each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164592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 command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7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@smoke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 run test:smoke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gate (every PR)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7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@regression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 run test:regression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/ pre-deploy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7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@everstage-qa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 run test:everstage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7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@task1 / 2 / 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 run test:taskN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/ 23 / 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Brief-only slice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EE7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@security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 run test:security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Threat-model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33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compose:  npx playwright test --grep "@security|@boundary"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 ·  Tag matrix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DIFFERENTIATOR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rich HTML report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reports/test-report.html  ·  single self-contained file, no CDN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5394960" cy="91440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834640"/>
            <a:ext cx="54864" cy="9144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017520"/>
            <a:ext cx="548640" cy="54864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291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id, title, file, tag, or error text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834640"/>
            <a:ext cx="5394960" cy="91440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834640"/>
            <a:ext cx="54864" cy="9144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017520"/>
            <a:ext cx="548640" cy="54864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2376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chips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3291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layer · category · scope · CI gate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5394960" cy="91440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931920"/>
            <a:ext cx="54864" cy="9144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trend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runs, color-coded by health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931920"/>
            <a:ext cx="5394960" cy="91440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931920"/>
            <a:ext cx="54864" cy="9144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2376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drawer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23760" y="4389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API request/response inline, screenshots, video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5394960" cy="91440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5029200"/>
            <a:ext cx="54864" cy="9144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5212080"/>
            <a:ext cx="548640" cy="54864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772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5448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cards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54480" y="5486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Copy-to-clipboard show-trace command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5029200"/>
            <a:ext cx="5394960" cy="91440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5029200"/>
            <a:ext cx="54864" cy="9144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46520" y="5212080"/>
            <a:ext cx="548640" cy="54864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465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22376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dashboard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23760" y="5486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passed / failed / flaky / runtime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open `npm run report:rich` in the browser tab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 ·  Custom HTML report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config, four pipelines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834640"/>
            <a:ext cx="54864" cy="548640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34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.github/workflows/playwright.yml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295351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5EE7FF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474720"/>
            <a:ext cx="54864" cy="54864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474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ci-examples/.gitlab-ci.yml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66960" y="359359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4F6BFF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0" y="35935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114800"/>
            <a:ext cx="54864" cy="54864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4114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ci-examples/Jenkinsfile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66960" y="423367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4F6B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0" y="42336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754880"/>
            <a:ext cx="54864" cy="54864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0" y="4754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ci-examples/azure-pipelines.yml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966960" y="4873752"/>
            <a:ext cx="1554480" cy="310896"/>
          </a:xfrm>
          <a:prstGeom prst="roundRect">
            <a:avLst>
              <a:gd name="adj" fmla="val 14706"/>
            </a:avLst>
          </a:prstGeom>
          <a:solidFill>
            <a:srgbClr val="4F6BFF"/>
          </a:solidFill>
          <a:ln/>
        </p:spPr>
      </p:sp>
      <p:sp>
        <p:nvSpPr>
          <p:cNvPr id="34" name="Text 32"/>
          <p:cNvSpPr/>
          <p:nvPr/>
        </p:nvSpPr>
        <p:spPr>
          <a:xfrm>
            <a:off x="9966960" y="48737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pipelines use: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Microsoft's official Playwright Docker image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Juice Shop as a sidecar service container with healthcheck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Self-bootstrap of the assignment user via API on first boot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CI=true flips workers=2, retries=3, trace=retain-on-failure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 ·  CI/CD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 ·  33 active findings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finding asserted as a passing test that encodes the unsafe behaviour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8592" y="2697480"/>
            <a:ext cx="2103120" cy="9144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592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8592" y="29900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2831440" y="2697480"/>
            <a:ext cx="2103120" cy="91440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144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1440" y="29900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044288" y="2697480"/>
            <a:ext cx="2103120" cy="9144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44288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4288" y="29900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7257136" y="2697480"/>
            <a:ext cx="2103120" cy="914400"/>
          </a:xfrm>
          <a:prstGeom prst="rect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57136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57136" y="29900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9469984" y="2697480"/>
            <a:ext cx="2103120" cy="914400"/>
          </a:xfrm>
          <a:prstGeom prst="rect">
            <a:avLst/>
          </a:prstGeom>
          <a:solidFill>
            <a:srgbClr val="1A2853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69984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69984" y="29900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+  HIGH  —  what to fix first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160520"/>
            <a:ext cx="54864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15384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2153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17320" y="41605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TC-API-204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41605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in email field bypasses auth on default Juice Shop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4160520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4160520"/>
            <a:ext cx="54864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2512" y="4215384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382512" y="42153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41605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TC-UI-120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21040" y="41605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SQL-injection email comment bypass logs in on default Juice Shop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544568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4544568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Shape 39"/>
          <p:cNvSpPr/>
          <p:nvPr/>
        </p:nvSpPr>
        <p:spPr>
          <a:xfrm>
            <a:off x="713232" y="4599432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45994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17320" y="4544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TC-API-1001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51760" y="45445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/api/Deliverys is reachable without authentication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4544568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4544568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Shape 45"/>
          <p:cNvSpPr/>
          <p:nvPr/>
        </p:nvSpPr>
        <p:spPr>
          <a:xfrm>
            <a:off x="6382512" y="4599432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48" name="Text 46"/>
          <p:cNvSpPr/>
          <p:nvPr/>
        </p:nvSpPr>
        <p:spPr>
          <a:xfrm>
            <a:off x="6382512" y="45994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086600" y="4544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TC-API-153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21040" y="45445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/api/Cards/{id} crashes with 500 instead of returning 405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4928616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48640" y="4928616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3" name="Shape 51"/>
          <p:cNvSpPr/>
          <p:nvPr/>
        </p:nvSpPr>
        <p:spPr>
          <a:xfrm>
            <a:off x="713232" y="4983480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54" name="Text 52"/>
          <p:cNvSpPr/>
          <p:nvPr/>
        </p:nvSpPr>
        <p:spPr>
          <a:xfrm>
            <a:off x="713232" y="4983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417320" y="49286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TC-API-168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651760" y="49286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as password crashes the server with 500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17920" y="4928616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17920" y="4928616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9" name="Shape 57"/>
          <p:cNvSpPr/>
          <p:nvPr/>
        </p:nvSpPr>
        <p:spPr>
          <a:xfrm>
            <a:off x="6382512" y="4983480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60" name="Text 58"/>
          <p:cNvSpPr/>
          <p:nvPr/>
        </p:nvSpPr>
        <p:spPr>
          <a:xfrm>
            <a:off x="6382512" y="4983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86600" y="49286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TC-API-904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21040" y="49286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/api/Recycles/{id} returns ALL recycles, not just the requested id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8640" y="5312664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48640" y="5312664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5" name="Shape 63"/>
          <p:cNvSpPr/>
          <p:nvPr/>
        </p:nvSpPr>
        <p:spPr>
          <a:xfrm>
            <a:off x="713232" y="536752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66" name="Text 64"/>
          <p:cNvSpPr/>
          <p:nvPr/>
        </p:nvSpPr>
        <p:spPr>
          <a:xfrm>
            <a:off x="713232" y="5367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417320" y="5312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TC-API-1301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651760" y="53126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stored with UserId = null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217920" y="5312664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217920" y="5312664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1" name="Shape 69"/>
          <p:cNvSpPr/>
          <p:nvPr/>
        </p:nvSpPr>
        <p:spPr>
          <a:xfrm>
            <a:off x="6382512" y="5367528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72" name="Text 70"/>
          <p:cNvSpPr/>
          <p:nvPr/>
        </p:nvSpPr>
        <p:spPr>
          <a:xfrm>
            <a:off x="6382512" y="53675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086600" y="5312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TC-API-1621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321040" y="53126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user can checkout the assignment user's basket (BOLA)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48640" y="5696712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48640" y="5696712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7" name="Shape 75"/>
          <p:cNvSpPr/>
          <p:nvPr/>
        </p:nvSpPr>
        <p:spPr>
          <a:xfrm>
            <a:off x="713232" y="5751576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78" name="Text 76"/>
          <p:cNvSpPr/>
          <p:nvPr/>
        </p:nvSpPr>
        <p:spPr>
          <a:xfrm>
            <a:off x="713232" y="57515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1417320" y="5696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TC-API-901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2651760" y="56967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 request is created with UserId = null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17920" y="5696712"/>
            <a:ext cx="5440680" cy="329184"/>
          </a:xfrm>
          <a:prstGeom prst="rect">
            <a:avLst/>
          </a:prstGeom>
          <a:solidFill>
            <a:srgbClr val="111E40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217920" y="5696712"/>
            <a:ext cx="54864" cy="3291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3" name="Shape 81"/>
          <p:cNvSpPr/>
          <p:nvPr/>
        </p:nvSpPr>
        <p:spPr>
          <a:xfrm>
            <a:off x="6382512" y="5751576"/>
            <a:ext cx="640080" cy="219456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84" name="Text 82"/>
          <p:cNvSpPr/>
          <p:nvPr/>
        </p:nvSpPr>
        <p:spPr>
          <a:xfrm>
            <a:off x="6382512" y="57515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086600" y="56967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TC-UI-720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321040" y="56967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/address/select is reachable without auth on default Juice Shop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register  ·  7 Medium + 16 Low + repro / impact / fix-sketch  →  docs/SECURITY-FINDINGS.md  ·  JuiceShop-TestCases.xlsx → tab Bugs Found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 ·  Bugs found  ·  33 active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11480"/>
            <a:ext cx="164592" cy="164592"/>
          </a:xfrm>
          <a:prstGeom prst="ellipse">
            <a:avLst/>
          </a:prstGeom>
          <a:solidFill>
            <a:srgbClr val="4F6BFF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384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94415" y="384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45720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8686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add with more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snapshot testing on key pages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88036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scan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axe-core integration on every spec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storageState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throughput on non-Task-1 specs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Per-worker user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parallel safety at scale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937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Stryker on the helpers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61772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179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 contract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4937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API schema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perf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88720" y="5806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on home / payments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486400"/>
            <a:ext cx="502920" cy="502920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21792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0" y="5440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CI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58000" y="5806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 + WebKit nightly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Sequenced, not forgotten.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492240"/>
            <a:ext cx="7619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 ·  Roadmap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6492240"/>
            <a:ext cx="7071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 QA ASSESSMENT  ·  ASHIK MOHAMED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4" name="Shape 2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111E40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43055" y="0"/>
            <a:ext cx="548640" cy="6858000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6" name="Shape 4"/>
          <p:cNvSpPr/>
          <p:nvPr/>
        </p:nvSpPr>
        <p:spPr>
          <a:xfrm>
            <a:off x="8168335" y="82296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34095" y="82296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99855" y="82296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265615" y="82296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31375" y="82296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68335" y="118872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34095" y="118872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99855" y="118872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265615" y="118872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631375" y="118872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168335" y="155448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34095" y="155448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99855" y="155448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265615" y="155448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631375" y="155448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68335" y="192024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34095" y="192024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899855" y="192024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265615" y="192024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631375" y="192024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168335" y="228600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34095" y="228600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99855" y="228600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265615" y="228600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631375" y="2286000"/>
            <a:ext cx="54864" cy="54864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822960"/>
            <a:ext cx="292608" cy="292608"/>
          </a:xfrm>
          <a:prstGeom prst="ellipse">
            <a:avLst/>
          </a:prstGeom>
          <a:solidFill>
            <a:srgbClr val="4F6BFF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18872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Everstage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0" y="2468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600" kern="0" dirty="0">
                <a:solidFill>
                  <a:srgbClr val="5E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0" y="297180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time</a:t>
            </a:r>
            <a:endParaRPr lang="en-US" sz="8800" dirty="0"/>
          </a:p>
        </p:txBody>
      </p:sp>
      <p:sp>
        <p:nvSpPr>
          <p:cNvPr id="35" name="Shape 33"/>
          <p:cNvSpPr/>
          <p:nvPr/>
        </p:nvSpPr>
        <p:spPr>
          <a:xfrm>
            <a:off x="4998568" y="4434840"/>
            <a:ext cx="2194560" cy="54864"/>
          </a:xfrm>
          <a:prstGeom prst="rect">
            <a:avLst/>
          </a:prstGeom>
          <a:solidFill>
            <a:srgbClr val="4F6BFF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617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welcome — happy to dig into anything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" y="6492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Ashik Mohamed  ·  Everstage QA Engineering Assessment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Everstage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Everstage QA Assessment — Juice Shop Automation</dc:title>
  <dc:subject>PptxGenJS Presentation</dc:subject>
  <dc:creator>Ashik Mohamed</dc:creator>
  <cp:lastModifiedBy>Ashik Mohamed</cp:lastModifiedBy>
  <cp:revision>1</cp:revision>
  <dcterms:created xsi:type="dcterms:W3CDTF">2026-05-10T17:12:07Z</dcterms:created>
  <dcterms:modified xsi:type="dcterms:W3CDTF">2026-05-10T17:12:07Z</dcterms:modified>
</cp:coreProperties>
</file>